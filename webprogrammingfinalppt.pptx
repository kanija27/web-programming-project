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18120" y="0"/>
            <a:ext cx="4389120" cy="6858000"/>
          </a:xfrm>
          <a:prstGeom prst="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1005840"/>
            <a:ext cx="2651760" cy="1097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66760" y="1261872"/>
            <a:ext cx="1920240" cy="109728"/>
          </a:xfrm>
          <a:prstGeom prst="round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66760" y="1517904"/>
            <a:ext cx="2331720" cy="109728"/>
          </a:xfrm>
          <a:prstGeom prst="roundRect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2057400"/>
            <a:ext cx="2743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200" b="1">
                <a:solidFill>
                  <a:srgbClr val="F5F5FA"/>
                </a:solidFill>
                <a:latin typeface="Aptos"/>
              </a:rPr>
              <a:t>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3337560"/>
            <a:ext cx="2926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4B5FD"/>
                </a:solidFill>
                <a:latin typeface="Aptos"/>
              </a:rPr>
              <a:t>CAREER TOOLS, ONE 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77240"/>
            <a:ext cx="6309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7E8F9"/>
                </a:solidFill>
                <a:latin typeface="Aptos"/>
              </a:rPr>
              <a:t>WEB PROGRAMMING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64922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5F5FA"/>
                </a:solidFill>
                <a:latin typeface="Aptos"/>
              </a:rPr>
              <a:t>ResumeIQ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6126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4B5FD"/>
                </a:solidFill>
                <a:latin typeface="Aptos"/>
              </a:rPr>
              <a:t>AI-assisted Resume Analysis &amp; Career Preparation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46120"/>
            <a:ext cx="585216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B4C6"/>
                </a:solidFill>
                <a:latin typeface="Aptos"/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5FA"/>
                </a:solidFill>
                <a:latin typeface="Aptos"/>
              </a:rPr>
              <a:t>Kanija Fathima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5212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Register No.: 2116240701226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Department of Computer Science and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Subject: Web Programming  |  Semester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72200"/>
            <a:ext cx="4389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01 •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A single workspace for improving resumes and preparing for career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6766560" cy="36118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6263640" cy="306324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F5F5FA"/>
                </a:solidFill>
                <a:latin typeface="Aptos"/>
              </a:defRPr>
            </a:pPr>
            <a:r>
              <a:t>•  ResumeIQ helps users review resume content and identify areas that may need improvement.</a:t>
            </a:r>
          </a:p>
          <a:p>
            <a:pPr>
              <a:spcAft>
                <a:spcPts val="1300"/>
              </a:spcAft>
              <a:defRPr sz="1700">
                <a:solidFill>
                  <a:srgbClr val="F5F5FA"/>
                </a:solidFill>
                <a:latin typeface="Aptos"/>
              </a:defRPr>
            </a:pPr>
            <a:r>
              <a:t>•  It combines resume text extraction, structured feedback, resume creation, role matching, and interview practice.</a:t>
            </a:r>
          </a:p>
          <a:p>
            <a:pPr>
              <a:spcAft>
                <a:spcPts val="1300"/>
              </a:spcAft>
              <a:defRPr sz="1700">
                <a:solidFill>
                  <a:srgbClr val="F5F5FA"/>
                </a:solidFill>
                <a:latin typeface="Aptos"/>
              </a:defRPr>
            </a:pPr>
            <a:r>
              <a:t>•  The interface brings common career-preparation activities together in one accessible workflow.</a:t>
            </a:r>
          </a:p>
          <a:p>
            <a:pPr>
              <a:spcAft>
                <a:spcPts val="1300"/>
              </a:spcAft>
              <a:defRPr sz="1700">
                <a:solidFill>
                  <a:srgbClr val="F5F5FA"/>
                </a:solidFill>
                <a:latin typeface="Aptos"/>
              </a:defRPr>
            </a:pPr>
            <a:r>
              <a:t>•  The project demonstrates front-end development, file handling, browser APIs, and client-side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057400"/>
            <a:ext cx="3703320" cy="102412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226771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ONE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587752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Analyze • Build •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337560"/>
            <a:ext cx="3703320" cy="1024128"/>
          </a:xfrm>
          <a:prstGeom prst="roundRect">
            <a:avLst/>
          </a:prstGeom>
          <a:solidFill>
            <a:srgbClr val="23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354787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67E8F9"/>
                </a:solidFill>
                <a:latin typeface="Aptos"/>
              </a:rPr>
              <a:t>PRACTICAL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867912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Actionable career preparation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4617720"/>
            <a:ext cx="3703320" cy="1024128"/>
          </a:xfrm>
          <a:prstGeom prst="roundRect">
            <a:avLst/>
          </a:prstGeom>
          <a:solidFill>
            <a:srgbClr val="2B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82803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B5FD"/>
                </a:solidFill>
                <a:latin typeface="Aptos"/>
              </a:rPr>
              <a:t>USER-CENTRED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148072"/>
            <a:ext cx="3108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Clear modules and guided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02 •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Career preparation often involves several separate tools and manual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49240" cy="36118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6771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7E8F9"/>
                </a:solidFill>
                <a:latin typeface="Aptos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572000" cy="251460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Users may not know which resume sections need improvement.</a:t>
            </a:r>
          </a:p>
          <a:p>
            <a:pPr>
              <a:spcAft>
                <a:spcPts val="12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Creating a polished resume can take time.</a:t>
            </a:r>
          </a:p>
          <a:p>
            <a:pPr>
              <a:spcAft>
                <a:spcPts val="12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Matching skills to job roles requires research.</a:t>
            </a:r>
          </a:p>
          <a:p>
            <a:pPr>
              <a:spcAft>
                <a:spcPts val="12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Interview practice may be difficult to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11680"/>
            <a:ext cx="5257800" cy="36118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267712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B5FD"/>
                </a:solidFill>
                <a:latin typeface="Aptos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526280" cy="260604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Provide resume feedback through a structured analysis.</a:t>
            </a:r>
          </a:p>
          <a:p>
            <a:pPr>
              <a:spcAft>
                <a:spcPts val="9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Support resume creation and PDF export.</a:t>
            </a:r>
          </a:p>
          <a:p>
            <a:pPr>
              <a:spcAft>
                <a:spcPts val="9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Suggest suitable roles based on listed skills.</a:t>
            </a:r>
          </a:p>
          <a:p>
            <a:pPr>
              <a:spcAft>
                <a:spcPts val="9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Offer mock interview questions and feedback.</a:t>
            </a:r>
          </a:p>
          <a:p>
            <a:pPr>
              <a:spcAft>
                <a:spcPts val="900"/>
              </a:spcAft>
              <a:defRPr sz="1600">
                <a:solidFill>
                  <a:srgbClr val="F5F5FA"/>
                </a:solidFill>
                <a:latin typeface="Aptos"/>
              </a:defRPr>
            </a:pPr>
            <a:r>
              <a:t>•  Keep recent analyses available in local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03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Built as a modern web application with a responsive front 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3246120" cy="13258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761487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Component-based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103120"/>
            <a:ext cx="3246120" cy="1325880"/>
          </a:xfrm>
          <a:prstGeom prst="roundRect">
            <a:avLst/>
          </a:prstGeom>
          <a:solidFill>
            <a:srgbClr val="2C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228600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761487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Development server &amp;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103120"/>
            <a:ext cx="3246120" cy="1325880"/>
          </a:xfrm>
          <a:prstGeom prst="roundRect">
            <a:avLst/>
          </a:prstGeom>
          <a:solidFill>
            <a:srgbClr val="2F3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19288" y="228600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761487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Application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3246120" cy="1325880"/>
          </a:xfrm>
          <a:prstGeom prst="roundRect">
            <a:avLst/>
          </a:prstGeom>
          <a:solidFill>
            <a:srgbClr val="39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406908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544568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Layout, theme &amp; responsiveness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886200"/>
            <a:ext cx="3246120" cy="1325880"/>
          </a:xfrm>
          <a:prstGeom prst="roundRect">
            <a:avLst/>
          </a:prstGeom>
          <a:solidFill>
            <a:srgbClr val="243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406908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PDF.js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4544568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PDF text extraction dependency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886200"/>
            <a:ext cx="3246120" cy="1325880"/>
          </a:xfrm>
          <a:prstGeom prst="roundRect">
            <a:avLst/>
          </a:prstGeom>
          <a:solidFill>
            <a:srgbClr val="36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19288" y="406908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5F5FA"/>
                </a:solidFill>
                <a:latin typeface="Aptos"/>
              </a:rPr>
              <a:t>Browser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9288" y="4544568"/>
            <a:ext cx="28346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Speech input and local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B4C6"/>
                </a:solidFill>
                <a:latin typeface="Aptos"/>
              </a:rPr>
              <a:t>Note: PDF text extraction requires the PDF.js dependency to be installed and correctly imported.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04 • APPLICATION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Modules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Each module supports one step in the resume-to-career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429000" cy="141732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3E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7E8F9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03704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Resume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0048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Upload PDF/TXT or paste text; review resume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429000" cy="141732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3E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22199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7E8F9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203704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Resume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670048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Create a resume using multiple templates and export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057400"/>
            <a:ext cx="3429000" cy="141732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3E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222199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7E8F9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203704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Role Matcher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70048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Compare skills with role requirements and identify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3429000" cy="141732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3E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50791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7E8F9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32504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Mock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98848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Practice questions, type or speak answers, view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886200"/>
            <a:ext cx="3429000" cy="141732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3E3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050791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7E8F9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025645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F5F5FA"/>
                </a:solidFill>
                <a:latin typeface="Aptos"/>
              </a:rPr>
              <a:t>Analysis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0100" y="4510276"/>
            <a:ext cx="29718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>
                <a:solidFill>
                  <a:srgbClr val="B4B4C6"/>
                </a:solidFill>
                <a:latin typeface="Aptos"/>
              </a:rPr>
              <a:t>Keep recent analysis results in local browser storage.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05 •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Resume analyzer &amp; resume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Turn resume content into feedback, then use the builder to refine the presentation.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57800" cy="356616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7E8F9"/>
                </a:solidFill>
                <a:latin typeface="Aptos"/>
              </a:rPr>
              <a:t>RESUME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16352"/>
            <a:ext cx="4526280" cy="237744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Accepts PDF and TXT uploads, or pasted resume text.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Extracts readable text from supported PDF files.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Checks common resume elements using heuristic rules.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Highlights possible improvements and missing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257800" cy="356616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4B5FD"/>
                </a:solidFill>
                <a:latin typeface="Aptos"/>
              </a:rPr>
              <a:t>RESUME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16352"/>
            <a:ext cx="4526280" cy="237744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Provides multiple resume templates.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Organizes personal, education, skills, and experience details.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Lets users preview the resume layout.</a:t>
            </a:r>
          </a:p>
          <a:p>
            <a:pPr>
              <a:spcAft>
                <a:spcPts val="11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Supports exporting the finished resume as a PDF.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06 • CAREER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Role matching &amp; mock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Explore relevant roles and practise communicating your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257800" cy="3474720"/>
          </a:xfrm>
          <a:prstGeom prst="roundRect">
            <a:avLst/>
          </a:prstGeom>
          <a:solidFill>
            <a:srgbClr val="1B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9572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7E8F9"/>
                </a:solidFill>
                <a:latin typeface="Aptos"/>
              </a:rPr>
              <a:t>SKILL-BASED ROLE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07792"/>
            <a:ext cx="4526280" cy="224028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Compares resume skills against role-related skill lists.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Displays a match indication based on overlap.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Identifies skills that may need to be learned.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Shows example companies associated with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5257800" cy="3474720"/>
          </a:xfrm>
          <a:prstGeom prst="roundRect">
            <a:avLst/>
          </a:prstGeom>
          <a:solidFill>
            <a:srgbClr val="27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395728"/>
            <a:ext cx="44805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C4B5FD"/>
                </a:solidFill>
                <a:latin typeface="Aptos"/>
              </a:rPr>
              <a:t>MOCK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907792"/>
            <a:ext cx="4526280" cy="224028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Presents practice questions for interview preparation.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Accepts typed answers and browser speech input where supported.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Uses rule-based scoring and feedback.</a:t>
            </a:r>
          </a:p>
          <a:p>
            <a:pPr>
              <a:spcAft>
                <a:spcPts val="12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Encourages practice before real interviews.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07 •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Career roadmap &amp; reliable resume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The workflow connects resume review with practical next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1965960" cy="214884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0392" y="2633472"/>
            <a:ext cx="438912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71576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246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675887"/>
            <a:ext cx="162763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Choose a text-based PDF/TXT or paste resume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423160"/>
            <a:ext cx="1965960" cy="214884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41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136392" y="2633472"/>
            <a:ext cx="438912" cy="438912"/>
          </a:xfrm>
          <a:prstGeom prst="roundRect">
            <a:avLst/>
          </a:prstGeom>
          <a:solidFill>
            <a:srgbClr val="3A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2" y="271576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246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675887"/>
            <a:ext cx="162763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Review the resume feedback and possible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423160"/>
            <a:ext cx="1965960" cy="214884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41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22392" y="2633472"/>
            <a:ext cx="438912" cy="438912"/>
          </a:xfrm>
          <a:prstGeom prst="roundRect">
            <a:avLst/>
          </a:prstGeom>
          <a:solidFill>
            <a:srgbClr val="3A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22392" y="271576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3246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3675887"/>
            <a:ext cx="162763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Explore roles aligned with current skills.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2423160"/>
            <a:ext cx="1965960" cy="214884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08392" y="2633472"/>
            <a:ext cx="438912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08392" y="271576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3246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08392" y="3675887"/>
            <a:ext cx="162763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Use a career roadmap to prioritize learning.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2423160"/>
            <a:ext cx="1965960" cy="2148840"/>
          </a:xfrm>
          <a:prstGeom prst="roundRect">
            <a:avLst/>
          </a:prstGeom>
          <a:solidFill>
            <a:srgbClr val="191728"/>
          </a:solidFill>
          <a:ln w="15240">
            <a:solidFill>
              <a:srgbClr val="41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994392" y="2633472"/>
            <a:ext cx="438912" cy="438912"/>
          </a:xfrm>
          <a:prstGeom prst="roundRect">
            <a:avLst/>
          </a:prstGeom>
          <a:solidFill>
            <a:srgbClr val="3A3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94392" y="2715768"/>
            <a:ext cx="4389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324612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5FA"/>
                </a:solidFill>
                <a:latin typeface="Aptos"/>
              </a:rPr>
              <a:t>Practise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675887"/>
            <a:ext cx="1627632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Build confidence with mock interview questions.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983480"/>
            <a:ext cx="10789920" cy="713232"/>
          </a:xfrm>
          <a:prstGeom prst="roundRect">
            <a:avLst/>
          </a:prstGeom>
          <a:solidFill>
            <a:srgbClr val="233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14807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7E8F9"/>
                </a:solidFill>
                <a:latin typeface="Aptos"/>
              </a:rPr>
              <a:t>PDF upload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120640"/>
            <a:ext cx="8595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5FA"/>
                </a:solidFill>
                <a:latin typeface="Aptos"/>
              </a:rPr>
              <a:t>PDF.js must be installed and imported correctly; scanned image-only PDFs may require OCR.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08 •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Results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ResumeIQ brings common career-preparation tools into a single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84831"/>
            <a:ext cx="10561320" cy="6400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2240279"/>
            <a:ext cx="310896" cy="3108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258568"/>
            <a:ext cx="3108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31136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A"/>
                </a:solidFill>
                <a:latin typeface="Aptos"/>
              </a:rPr>
              <a:t>Less tool switching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31136"/>
            <a:ext cx="6903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B4C6"/>
                </a:solidFill>
                <a:latin typeface="Aptos"/>
              </a:rPr>
              <a:t>Resume review, building, matching, and practice in one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26079"/>
            <a:ext cx="10561320" cy="6400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7552" y="3081527"/>
            <a:ext cx="310896" cy="310896"/>
          </a:xfrm>
          <a:prstGeom prst="roundRect">
            <a:avLst/>
          </a:prstGeom>
          <a:solidFill>
            <a:srgbClr val="2A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099815"/>
            <a:ext cx="3108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72384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A"/>
                </a:solidFill>
                <a:latin typeface="Aptos"/>
              </a:rPr>
              <a:t>Clearer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072384"/>
            <a:ext cx="6903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B4C6"/>
                </a:solidFill>
                <a:latin typeface="Aptos"/>
              </a:rPr>
              <a:t>Feedback and skill gaps help users decide what to improve.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67328"/>
            <a:ext cx="10561320" cy="6400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" y="3922776"/>
            <a:ext cx="310896" cy="31089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941064"/>
            <a:ext cx="3108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13632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A"/>
                </a:solidFill>
                <a:latin typeface="Aptos"/>
              </a:rPr>
              <a:t>Practical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913632"/>
            <a:ext cx="6903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B4C6"/>
                </a:solidFill>
                <a:latin typeface="Aptos"/>
              </a:rPr>
              <a:t>PDF handling, browser APIs, UI components, and local storage.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08576"/>
            <a:ext cx="10561320" cy="64008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7552" y="4764024"/>
            <a:ext cx="310896" cy="310896"/>
          </a:xfrm>
          <a:prstGeom prst="roundRect">
            <a:avLst/>
          </a:prstGeom>
          <a:solidFill>
            <a:srgbClr val="2A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782312"/>
            <a:ext cx="310896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5F5FA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754880"/>
            <a:ext cx="2514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A"/>
                </a:solidFill>
                <a:latin typeface="Aptos"/>
              </a:rPr>
              <a:t>Self-paced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754880"/>
            <a:ext cx="6903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4B4C6"/>
                </a:solidFill>
                <a:latin typeface="Aptos"/>
              </a:rPr>
              <a:t>Users can revisit their analysis and practise independently.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B4B4C6"/>
                </a:solidFill>
                <a:latin typeface="Aptos"/>
              </a:rPr>
              <a:t>Scope note: resume feedback and interview scoring are heuristic aids, not guarantees of hiring outcomes.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67E8F9"/>
                </a:solidFill>
                <a:latin typeface="Aptos"/>
              </a:rPr>
              <a:t>09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5F5FA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789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B4B4C6"/>
                </a:solidFill>
                <a:latin typeface="Aptos"/>
              </a:rPr>
              <a:t>ResumeIQ is a practical demonstration of a unified career-preparation web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6492240" cy="3520440"/>
          </a:xfrm>
          <a:prstGeom prst="roundRect">
            <a:avLst/>
          </a:prstGeom>
          <a:solidFill>
            <a:srgbClr val="19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7E8F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5715000" cy="2103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Combines resume analysis, resume creation, role matching, and interview practice.</a:t>
            </a:r>
          </a:p>
          <a:p>
            <a:pPr>
              <a:spcAft>
                <a:spcPts val="14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Uses a responsive web interface with browser-side capabilities.</a:t>
            </a:r>
          </a:p>
          <a:p>
            <a:pPr>
              <a:spcAft>
                <a:spcPts val="1400"/>
              </a:spcAft>
              <a:defRPr sz="1500">
                <a:solidFill>
                  <a:srgbClr val="F5F5FA"/>
                </a:solidFill>
                <a:latin typeface="Aptos"/>
              </a:defRPr>
            </a:pPr>
            <a:r>
              <a:t>•  Provides a base for improving accessibility, reliability, and personalization.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983480"/>
            <a:ext cx="5394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4B5FD"/>
                </a:solidFill>
                <a:latin typeface="Aptos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285232"/>
            <a:ext cx="5669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B4B4C6"/>
                </a:solidFill>
                <a:latin typeface="Aptos"/>
              </a:rPr>
              <a:t>OCR for scanned PDFs • Secure cloud history • More detailed role data • Enhanced AI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057400"/>
            <a:ext cx="3886200" cy="3520440"/>
          </a:xfrm>
          <a:prstGeom prst="roundRect">
            <a:avLst/>
          </a:prstGeom>
          <a:solidFill>
            <a:srgbClr val="20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242316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B5FD"/>
                </a:solidFill>
                <a:latin typeface="Aptos"/>
              </a:rPr>
              <a:t>PROJECT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971800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B4B4C6"/>
                </a:solidFill>
                <a:latin typeface="Aptos"/>
              </a:rPr>
              <a:t>GitHub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310128"/>
            <a:ext cx="292608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IN" sz="1700" b="1" dirty="0">
                <a:solidFill>
                  <a:srgbClr val="F5F5FA"/>
                </a:solidFill>
                <a:latin typeface="Aptos"/>
              </a:rPr>
              <a:t>https://github.com/Kanija27/Web-Programming-Project</a:t>
            </a:r>
            <a:endParaRPr sz="1700" b="1" dirty="0">
              <a:solidFill>
                <a:srgbClr val="F5F5FA"/>
              </a:solidFill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863840" y="4160520"/>
            <a:ext cx="29718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498848"/>
            <a:ext cx="2743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5F5FA"/>
                </a:solidFill>
                <a:latin typeface="Aptos"/>
              </a:rPr>
              <a:t>Thank you!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4B4C6"/>
                </a:solidFill>
                <a:latin typeface="Aptos"/>
              </a:rPr>
              <a:t>RESUMEIQ  •  WEB PROGRAMMING  •  SEMESTER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6492240"/>
            <a:ext cx="29260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C4B5FD"/>
                </a:solidFill>
                <a:latin typeface="Aptos"/>
              </a:rPr>
              <a:t>Developed by Kanija Hussain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67160" y="6492240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4B4C6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992</Words>
  <Application>Microsoft Office PowerPoint</Application>
  <PresentationFormat>Widescreen</PresentationFormat>
  <Paragraphs>175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kanijahussain@gmail.com</cp:lastModifiedBy>
  <cp:revision>3</cp:revision>
  <dcterms:created xsi:type="dcterms:W3CDTF">2013-01-27T09:14:16Z</dcterms:created>
  <dcterms:modified xsi:type="dcterms:W3CDTF">2026-10-12T18:35:07Z</dcterms:modified>
  <cp:category/>
</cp:coreProperties>
</file>